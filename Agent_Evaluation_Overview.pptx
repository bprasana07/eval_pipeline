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this project belongs to one of two loops. Confusing them is what makes it feel complicated.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loop asks whether the agent is good. The other asks whether the thing measuring it can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files, one command. Everything else in the project supports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code check wherever a code check is possible. The judge handles only what has no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hypothetical - it happened, and the per-case floor is what caught SD-003.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variance.py answers the same stability question about the AGENT rather than the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Contradiction between the rules and the judge is the key signal - the rules read the trace, so they are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measurement is the point. Anyone can change a prompt; showing it worked is the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Evaluation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44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loops, five files, one exit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639312"/>
            <a:ext cx="1371600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9319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decides whether an agent may ship —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you check that decision can be trusted.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only two loops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36192"/>
            <a:ext cx="53492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7739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time you push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871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the agent good?”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6112" y="306324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063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testcases.json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3483864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4838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agent_real.py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3904488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904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evaluators.py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" y="432511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3251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run_eval.py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536192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536192"/>
            <a:ext cx="5349240" cy="54864"/>
          </a:xfrm>
          <a:prstGeom prst="rect">
            <a:avLst/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11112" y="17739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LOOP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rarely, when something changes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24871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my measuring device accurate?”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11112" y="306324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3063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11112" y="3483864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11112" y="34838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11112" y="3904488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11112" y="3904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validate_judge.py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11112" y="432511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11112" y="43251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judge_stability.py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11112" y="4745736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11112" y="47457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variance.py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— the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572768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72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testcases.json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700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“correct” means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2194560"/>
            <a:ext cx="0" cy="27432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97280" y="2532888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328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agent_real.py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609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TRACE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3154680"/>
            <a:ext cx="0" cy="27432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3493008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493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evaluators.py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6210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code rules + 1 LLM judge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4114800"/>
            <a:ext cx="0" cy="27432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97280" y="4453128"/>
            <a:ext cx="320040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453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run_eval.py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5811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→ gate → exit 0 or 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5367528"/>
            <a:ext cx="0" cy="27432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097280" y="56692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merges, or blocks the deploy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75320" y="1572768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49640" y="1755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-B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run_eval.py</a:t>
            </a:r>
            <a:endParaRPr lang="en-US" sz="1100" dirty="0"/>
          </a:p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--runs 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035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SCORING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check — never overlap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37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665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 ·  free  ·  unarguable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50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tool_selection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450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tools?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529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safety_order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852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order?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552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2552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or dear?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657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no_repetition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657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doubled?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315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about the TRACE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536192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11112" y="1737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20665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 ·  costs money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2450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task_success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450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do the job?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28529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response_quality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2852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well written?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4315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judgements about the TEXT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519379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judge to re-check something a rule already proves adds cost and noise.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one of the five defects found while building this.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tests — both must pass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5564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cases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system good on average?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1536192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75564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11112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CASE_FLOOR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any single case unacceptable?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are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023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SD-001  1.00     SD-002  1.00     SD-003  0.74  &lt;- broken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SD-004  1.00     SD-005  1.00     average 0.95  -&gt; GATE passes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CASE_FLOOR 0.74 &lt; 0.80  -&gt; blocked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per-case floor, four healthy cases average a broken one past the line and the build goes green.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— can the judge be trusted?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92040" y="15544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9204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llm_judge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011680"/>
            <a:ext cx="0" cy="27432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286000"/>
            <a:ext cx="5943600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2286000"/>
            <a:ext cx="0" cy="292608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52560" y="2286000"/>
            <a:ext cx="0" cy="292608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97280" y="26974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389888" y="2880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ACCURATE?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89888" y="329184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89888" y="3291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89888" y="3694176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89888" y="36941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9888" y="409651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89888" y="4096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validate_judge.py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608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% + Cohen’s kappa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269748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33488" y="2880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STABLE?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33488" y="329184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33488" y="3291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judge_stability.py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33488" y="38039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ONE frozen trace 5 times,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spread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6112" y="534009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LLM judge needs calibrating. The four code rules are exact — safety_order either found get_user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reset_password, or it did not.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 failed — four possible causes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060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92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12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judge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it is bad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639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8770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15544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1554480"/>
            <a:ext cx="2606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792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212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judge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639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8770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44768" y="15544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554480"/>
            <a:ext cx="2606040" cy="54864"/>
          </a:xfrm>
          <a:prstGeom prst="rect">
            <a:avLst/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1792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212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 right,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impossible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3639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38770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42832" y="15544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42832" y="1554480"/>
            <a:ext cx="2606040" cy="54864"/>
          </a:xfrm>
          <a:prstGeom prst="rect">
            <a:avLst/>
          </a:prstGeom>
          <a:solidFill>
            <a:srgbClr val="8A6D1F"/>
          </a:solidFill>
          <a:ln w="12700">
            <a:solidFill>
              <a:srgbClr val="8A6D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1792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CONTRACT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2212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162288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“unsupported claim”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something fair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162288" y="3639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162288" y="387705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tool output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" y="513892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were hit while building this. Only one was the agent.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instinct is always to blame the agent — it is usually something else.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LANDED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defects, each fixed and measured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93192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wrong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skipped tools 40% of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mandated sequence in the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E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contradicted the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narrowed the rubric's remit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 0.490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E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 0.000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output too vague to describe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action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A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BE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40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6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4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the judge (calibration is stale)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gate into CI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3886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4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4443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→ Trace → Evaluators → Scores → Decision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47914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 Agent → LLM Judge → PASS/FAIL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3212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was measured, not asserted. That is the difference between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changed the prompt and it seems better” and an evaluation pipeline.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Evaluation - How It Works</dc:title>
  <dc:subject>PptxGenJS Presentation</dc:subject>
  <dc:creator>Prasana</dc:creator>
  <cp:lastModifiedBy>Prasana</cp:lastModifiedBy>
  <cp:revision>1</cp:revision>
  <dcterms:created xsi:type="dcterms:W3CDTF">2026-09-10T13:27:44Z</dcterms:created>
  <dcterms:modified xsi:type="dcterms:W3CDTF">2026-09-10T13:27:44Z</dcterms:modified>
</cp:coreProperties>
</file>